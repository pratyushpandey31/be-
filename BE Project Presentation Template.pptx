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</p:sldMasterIdLst>
  <p:notesMasterIdLst>
    <p:notesMasterId r:id="rId4"/>
  </p:notesMasterIdLst>
  <p:sldIdLst>
    <p:sldId id="256" r:id="rId2"/>
    <p:sldId id="259" r:id="rId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iN2Q1mSglmVfx61GYU9p8GnL74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4876800-DD0B-4482-B92E-77768DDBF08B}">
  <a:tblStyle styleId="{D4876800-DD0B-4482-B92E-77768DDBF08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258" y="7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5" Type="http://customschemas.google.com/relationships/presentationmetadata" Target="metadata"/><Relationship Id="rId2" Type="http://schemas.openxmlformats.org/officeDocument/2006/relationships/slide" Target="slides/slide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8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" name="Google Shape;6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ea388fb97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g2ea388fb977_0_1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g2ea388fb977_0_1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52A43-5E4D-7C95-E84A-D075D55EB5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F0CB79-317F-2035-5B94-C01925F3A4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17771-32E8-1A84-7E43-5C9A0FAF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27B9E-9478-8C88-14C5-3E9E38AF5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642F3-82B9-66FB-E9A6-A37CCFE68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793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80D34-1695-B016-A8CF-B5FF6E5A5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482BC-4363-9B51-D98D-53EF0AEA0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32715-268D-7030-98FD-3FE5998EE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35E4C-923F-04B5-A047-DFE603287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44577-95D5-7B51-3879-ADC837D40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316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BD5B2-FCB5-AEC8-7404-00AF6C447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DB8BE-36E0-911F-128C-418DBEB5D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33B7D-2C3F-EF40-2C72-948967C1A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36867-4DCB-332E-154C-BB2331A35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2FE5F-2767-0F2F-06D0-CF5BF470E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31363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D1268-916E-B60E-1841-A897CBB1E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F29C3-1904-686A-D05A-1E86964653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94734-8AF4-E89E-CF15-4AB0BAFBD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FF9698-5CF3-1047-1344-A5C10141C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08D1EC-835F-5066-4E69-945BD3689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F08FF3-9F74-618E-C304-1515A9DC3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965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9F16E-C026-7A22-39BD-557DC17D8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0A84F-9DF8-A96B-42DD-8F99B2ACC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604DE0-60D0-78A8-4A78-0BA3CB480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5F512D-747B-D454-04E8-44B00C601A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178C4C-4625-3D7A-3903-4EFC78FD6F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9592D4-D599-4C9A-AE36-E7FFD37A8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CFA62-6A16-F546-D4BA-83AB41A28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18DD2D-198C-ACFE-E743-92B89E09D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88041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2C183-3A0A-680C-E34C-3A8F52AF3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89026B-56E2-FE8A-06CE-58EFEE226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0AD1B8-9B8C-0CF4-FF4A-4FD8E345E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15D3F4-9A98-74CB-D39E-34A8B13D8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464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F2A6FB-1F3A-591F-0CD7-3FF0846C4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478843-96C7-D45D-7B47-F715CE465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D7DED-6F3A-FCBE-1CD4-E5A3D5202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870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8A9E-3A45-5A3C-4302-ACFE7A4B6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928D5-DF50-2529-B5CA-6A62887B3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88AA70-D880-187C-2BEB-216C4B129C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14FCB-C1E8-FE6C-8193-113CDD33C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DF7DD-1BB9-FE41-7EEF-62A025EA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1466F-43D2-24FD-8D5D-11316EF9C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46855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0C685-DC4D-3244-DF3E-741A1986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418F9B-AD13-4F4D-5E85-EC37D04D09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F6856B-FE9A-3D44-42E6-1E95314B6A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89B904-276E-E2E6-A15D-A143314F7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CFB20C-364A-7BFD-FF70-F696E4F6A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5B1914-651E-5763-3736-9294B1413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864371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2F9C7-DA53-8B30-8871-41C9E09F4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450110-FFCA-4E84-10FB-B08461349C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EFFAF-8AB8-4A41-7756-E031599F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97D2C-00C5-76EF-02AD-3EA924421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54A46-0438-2898-529E-A4247D6B1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4155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C39344-4667-8DE1-FBBC-8294B8BD35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A228A-AEB2-5F18-A194-426D26C8FE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E9E76-AB08-1769-225B-896101C1D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4784B-E4E3-0CE3-BB8F-37215524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C0768-7803-567F-BF28-153700FE7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90499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1_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1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1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2252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2"/>
          <p:cNvSpPr txBox="1">
            <a:spLocks noGrp="1"/>
          </p:cNvSpPr>
          <p:nvPr>
            <p:ph type="title"/>
          </p:nvPr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2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2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2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8322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63C20-8EB8-8C0C-4314-1C2484487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32D94-3291-700B-A3BD-F544B1769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7CE4E-A666-1A0F-99E6-BDE9B5D58A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7041E-848B-26AD-776A-8347144FBB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415CD-7353-E803-14A2-345FAE3C10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162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"/>
          <p:cNvSpPr/>
          <p:nvPr/>
        </p:nvSpPr>
        <p:spPr>
          <a:xfrm>
            <a:off x="6777131" y="3082887"/>
            <a:ext cx="2393950" cy="2386462"/>
          </a:xfrm>
          <a:custGeom>
            <a:avLst/>
            <a:gdLst/>
            <a:ahLst/>
            <a:cxnLst/>
            <a:rect l="l" t="t" r="r" b="b"/>
            <a:pathLst>
              <a:path w="2393950" h="2600325" extrusionOk="0">
                <a:moveTo>
                  <a:pt x="2393885" y="0"/>
                </a:moveTo>
                <a:lnTo>
                  <a:pt x="0" y="0"/>
                </a:lnTo>
                <a:lnTo>
                  <a:pt x="0" y="2599945"/>
                </a:lnTo>
                <a:lnTo>
                  <a:pt x="2393885" y="2599945"/>
                </a:lnTo>
                <a:lnTo>
                  <a:pt x="2393885" y="0"/>
                </a:lnTo>
                <a:close/>
              </a:path>
            </a:pathLst>
          </a:custGeom>
          <a:solidFill>
            <a:srgbClr val="13348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buClr>
                <a:schemeClr val="lt1"/>
              </a:buClr>
              <a:buSzPts val="2400"/>
            </a:pPr>
            <a:endParaRPr lang="en-IN" sz="2400" b="1" dirty="0">
              <a:solidFill>
                <a:schemeClr val="lt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  <a:p>
            <a:pPr lvl="0" algn="ctr">
              <a:buClr>
                <a:schemeClr val="lt1"/>
              </a:buClr>
              <a:buSzPts val="2400"/>
            </a:pPr>
            <a:r>
              <a:rPr lang="en-IN" sz="2400" b="1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BE-Computer Science &amp; Engineering (Cybersecurity)</a:t>
            </a:r>
            <a:endParaRPr lang="en-IN" sz="140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</p:txBody>
      </p:sp>
      <p:sp>
        <p:nvSpPr>
          <p:cNvPr id="67" name="Google Shape;67;p1"/>
          <p:cNvSpPr txBox="1"/>
          <p:nvPr/>
        </p:nvSpPr>
        <p:spPr>
          <a:xfrm>
            <a:off x="1021080" y="3629025"/>
            <a:ext cx="507492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mbria"/>
              <a:buNone/>
            </a:pPr>
            <a:r>
              <a:rPr lang="en-IN" sz="24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Semester Review Presentation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"/>
          <p:cNvSpPr/>
          <p:nvPr/>
        </p:nvSpPr>
        <p:spPr>
          <a:xfrm>
            <a:off x="0" y="-60960"/>
            <a:ext cx="9144000" cy="152400"/>
          </a:xfrm>
          <a:prstGeom prst="rect">
            <a:avLst/>
          </a:prstGeom>
          <a:solidFill>
            <a:srgbClr val="AE7B5E"/>
          </a:solidFill>
          <a:ln w="25400" cap="flat" cmpd="sng">
            <a:solidFill>
              <a:srgbClr val="AE7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0" name="Google Shape;70;p1"/>
          <p:cNvSpPr/>
          <p:nvPr/>
        </p:nvSpPr>
        <p:spPr>
          <a:xfrm>
            <a:off x="-1" y="6705600"/>
            <a:ext cx="9144000" cy="152400"/>
          </a:xfrm>
          <a:prstGeom prst="rect">
            <a:avLst/>
          </a:prstGeom>
          <a:solidFill>
            <a:srgbClr val="17365D"/>
          </a:solidFill>
          <a:ln w="25400" cap="flat" cmpd="sng">
            <a:solidFill>
              <a:srgbClr val="17365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73" name="Google Shape;73;p1"/>
          <p:cNvGrpSpPr/>
          <p:nvPr/>
        </p:nvGrpSpPr>
        <p:grpSpPr>
          <a:xfrm>
            <a:off x="0" y="2289176"/>
            <a:ext cx="6650990" cy="3183889"/>
            <a:chOff x="0" y="1545589"/>
            <a:chExt cx="6650990" cy="3473449"/>
          </a:xfrm>
        </p:grpSpPr>
        <p:sp>
          <p:nvSpPr>
            <p:cNvPr id="74" name="Google Shape;74;p1"/>
            <p:cNvSpPr/>
            <p:nvPr/>
          </p:nvSpPr>
          <p:spPr>
            <a:xfrm>
              <a:off x="0" y="2415538"/>
              <a:ext cx="6650990" cy="2603500"/>
            </a:xfrm>
            <a:custGeom>
              <a:avLst/>
              <a:gdLst/>
              <a:ahLst/>
              <a:cxnLst/>
              <a:rect l="l" t="t" r="r" b="b"/>
              <a:pathLst>
                <a:path w="6650990" h="2603500" extrusionOk="0">
                  <a:moveTo>
                    <a:pt x="6650899" y="0"/>
                  </a:moveTo>
                  <a:lnTo>
                    <a:pt x="0" y="0"/>
                  </a:lnTo>
                  <a:lnTo>
                    <a:pt x="0" y="2602994"/>
                  </a:lnTo>
                  <a:lnTo>
                    <a:pt x="6650899" y="2602994"/>
                  </a:lnTo>
                  <a:lnTo>
                    <a:pt x="6650899" y="0"/>
                  </a:lnTo>
                  <a:close/>
                </a:path>
              </a:pathLst>
            </a:custGeom>
            <a:solidFill>
              <a:srgbClr val="694D1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3592655" y="1582469"/>
              <a:ext cx="2431415" cy="1942464"/>
            </a:xfrm>
            <a:custGeom>
              <a:avLst/>
              <a:gdLst/>
              <a:ahLst/>
              <a:cxnLst/>
              <a:rect l="l" t="t" r="r" b="b"/>
              <a:pathLst>
                <a:path w="2431415" h="1942464" extrusionOk="0">
                  <a:moveTo>
                    <a:pt x="2431130" y="0"/>
                  </a:moveTo>
                  <a:lnTo>
                    <a:pt x="0" y="0"/>
                  </a:lnTo>
                  <a:lnTo>
                    <a:pt x="0" y="1941984"/>
                  </a:lnTo>
                  <a:lnTo>
                    <a:pt x="2431130" y="1941984"/>
                  </a:lnTo>
                  <a:lnTo>
                    <a:pt x="24311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3639510" y="3171189"/>
              <a:ext cx="2337435" cy="309880"/>
            </a:xfrm>
            <a:custGeom>
              <a:avLst/>
              <a:gdLst/>
              <a:ahLst/>
              <a:cxnLst/>
              <a:rect l="l" t="t" r="r" b="b"/>
              <a:pathLst>
                <a:path w="2337435" h="309879" extrusionOk="0">
                  <a:moveTo>
                    <a:pt x="2337426" y="0"/>
                  </a:moveTo>
                  <a:lnTo>
                    <a:pt x="0" y="0"/>
                  </a:lnTo>
                  <a:lnTo>
                    <a:pt x="0" y="309336"/>
                  </a:lnTo>
                  <a:lnTo>
                    <a:pt x="2337426" y="309336"/>
                  </a:lnTo>
                  <a:lnTo>
                    <a:pt x="2337426" y="0"/>
                  </a:lnTo>
                  <a:close/>
                </a:path>
              </a:pathLst>
            </a:custGeom>
            <a:solidFill>
              <a:srgbClr val="13348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3550920" y="1545589"/>
              <a:ext cx="2514600" cy="2015489"/>
            </a:xfrm>
            <a:custGeom>
              <a:avLst/>
              <a:gdLst/>
              <a:ahLst/>
              <a:cxnLst/>
              <a:rect l="l" t="t" r="r" b="b"/>
              <a:pathLst>
                <a:path w="2514600" h="2015489" extrusionOk="0">
                  <a:moveTo>
                    <a:pt x="2514600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0" y="1978660"/>
                  </a:lnTo>
                  <a:lnTo>
                    <a:pt x="0" y="2015490"/>
                  </a:lnTo>
                  <a:lnTo>
                    <a:pt x="2514600" y="2015490"/>
                  </a:lnTo>
                  <a:lnTo>
                    <a:pt x="2514600" y="1978875"/>
                  </a:lnTo>
                  <a:lnTo>
                    <a:pt x="2514600" y="1978660"/>
                  </a:lnTo>
                  <a:lnTo>
                    <a:pt x="2514600" y="36880"/>
                  </a:lnTo>
                  <a:lnTo>
                    <a:pt x="2472855" y="36880"/>
                  </a:lnTo>
                  <a:lnTo>
                    <a:pt x="2472855" y="1978660"/>
                  </a:lnTo>
                  <a:lnTo>
                    <a:pt x="41732" y="1978660"/>
                  </a:lnTo>
                  <a:lnTo>
                    <a:pt x="41732" y="36830"/>
                  </a:lnTo>
                  <a:lnTo>
                    <a:pt x="2514600" y="36830"/>
                  </a:lnTo>
                  <a:lnTo>
                    <a:pt x="2514600" y="0"/>
                  </a:lnTo>
                  <a:close/>
                </a:path>
              </a:pathLst>
            </a:custGeom>
            <a:solidFill>
              <a:srgbClr val="694D1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pic>
          <p:nvPicPr>
            <p:cNvPr id="78" name="Google Shape;78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393249" y="2411484"/>
              <a:ext cx="1194183" cy="7251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" name="Google Shape;79;p1"/>
            <p:cNvSpPr/>
            <p:nvPr/>
          </p:nvSpPr>
          <p:spPr>
            <a:xfrm>
              <a:off x="3784999" y="3218411"/>
              <a:ext cx="2046605" cy="215265"/>
            </a:xfrm>
            <a:custGeom>
              <a:avLst/>
              <a:gdLst/>
              <a:ahLst/>
              <a:cxnLst/>
              <a:rect l="l" t="t" r="r" b="b"/>
              <a:pathLst>
                <a:path w="2046604" h="215264" extrusionOk="0">
                  <a:moveTo>
                    <a:pt x="123200" y="2598"/>
                  </a:moveTo>
                  <a:lnTo>
                    <a:pt x="0" y="2598"/>
                  </a:lnTo>
                  <a:lnTo>
                    <a:pt x="0" y="212392"/>
                  </a:lnTo>
                  <a:lnTo>
                    <a:pt x="124962" y="212392"/>
                  </a:lnTo>
                  <a:lnTo>
                    <a:pt x="124962" y="165642"/>
                  </a:lnTo>
                  <a:lnTo>
                    <a:pt x="43985" y="165642"/>
                  </a:lnTo>
                  <a:lnTo>
                    <a:pt x="43985" y="126111"/>
                  </a:lnTo>
                  <a:lnTo>
                    <a:pt x="120906" y="126111"/>
                  </a:lnTo>
                  <a:lnTo>
                    <a:pt x="120906" y="85704"/>
                  </a:lnTo>
                  <a:lnTo>
                    <a:pt x="43985" y="85704"/>
                  </a:lnTo>
                  <a:lnTo>
                    <a:pt x="43985" y="49348"/>
                  </a:lnTo>
                  <a:lnTo>
                    <a:pt x="123200" y="49348"/>
                  </a:lnTo>
                  <a:lnTo>
                    <a:pt x="123200" y="2598"/>
                  </a:lnTo>
                  <a:close/>
                </a:path>
                <a:path w="2046604" h="215264" extrusionOk="0">
                  <a:moveTo>
                    <a:pt x="302381" y="2598"/>
                  </a:moveTo>
                  <a:lnTo>
                    <a:pt x="236970" y="2598"/>
                  </a:lnTo>
                  <a:lnTo>
                    <a:pt x="236970" y="212392"/>
                  </a:lnTo>
                  <a:lnTo>
                    <a:pt x="278921" y="212392"/>
                  </a:lnTo>
                  <a:lnTo>
                    <a:pt x="278921" y="55170"/>
                  </a:lnTo>
                  <a:lnTo>
                    <a:pt x="319577" y="55170"/>
                  </a:lnTo>
                  <a:lnTo>
                    <a:pt x="302381" y="2598"/>
                  </a:lnTo>
                  <a:close/>
                </a:path>
                <a:path w="2046604" h="215264" extrusionOk="0">
                  <a:moveTo>
                    <a:pt x="319577" y="55170"/>
                  </a:moveTo>
                  <a:lnTo>
                    <a:pt x="278921" y="55170"/>
                  </a:lnTo>
                  <a:lnTo>
                    <a:pt x="329900" y="212392"/>
                  </a:lnTo>
                  <a:lnTo>
                    <a:pt x="395316" y="212392"/>
                  </a:lnTo>
                  <a:lnTo>
                    <a:pt x="395316" y="158432"/>
                  </a:lnTo>
                  <a:lnTo>
                    <a:pt x="353354" y="158432"/>
                  </a:lnTo>
                  <a:lnTo>
                    <a:pt x="319577" y="55170"/>
                  </a:lnTo>
                  <a:close/>
                </a:path>
                <a:path w="2046604" h="215264" extrusionOk="0">
                  <a:moveTo>
                    <a:pt x="395316" y="2598"/>
                  </a:moveTo>
                  <a:lnTo>
                    <a:pt x="353354" y="2598"/>
                  </a:lnTo>
                  <a:lnTo>
                    <a:pt x="353354" y="158432"/>
                  </a:lnTo>
                  <a:lnTo>
                    <a:pt x="395316" y="158432"/>
                  </a:lnTo>
                  <a:lnTo>
                    <a:pt x="395316" y="2598"/>
                  </a:lnTo>
                  <a:close/>
                </a:path>
                <a:path w="2046604" h="215264" extrusionOk="0">
                  <a:moveTo>
                    <a:pt x="592128" y="0"/>
                  </a:moveTo>
                  <a:lnTo>
                    <a:pt x="568256" y="0"/>
                  </a:lnTo>
                  <a:lnTo>
                    <a:pt x="553057" y="1415"/>
                  </a:lnTo>
                  <a:lnTo>
                    <a:pt x="520628" y="22603"/>
                  </a:lnTo>
                  <a:lnTo>
                    <a:pt x="506495" y="71439"/>
                  </a:lnTo>
                  <a:lnTo>
                    <a:pt x="505551" y="94319"/>
                  </a:lnTo>
                  <a:lnTo>
                    <a:pt x="505551" y="126204"/>
                  </a:lnTo>
                  <a:lnTo>
                    <a:pt x="509125" y="164688"/>
                  </a:lnTo>
                  <a:lnTo>
                    <a:pt x="527830" y="202349"/>
                  </a:lnTo>
                  <a:lnTo>
                    <a:pt x="561863" y="214991"/>
                  </a:lnTo>
                  <a:lnTo>
                    <a:pt x="591710" y="214991"/>
                  </a:lnTo>
                  <a:lnTo>
                    <a:pt x="629448" y="204014"/>
                  </a:lnTo>
                  <a:lnTo>
                    <a:pt x="648751" y="170195"/>
                  </a:lnTo>
                  <a:lnTo>
                    <a:pt x="649485" y="165642"/>
                  </a:lnTo>
                  <a:lnTo>
                    <a:pt x="564012" y="165642"/>
                  </a:lnTo>
                  <a:lnTo>
                    <a:pt x="557395" y="163285"/>
                  </a:lnTo>
                  <a:lnTo>
                    <a:pt x="549306" y="90374"/>
                  </a:lnTo>
                  <a:lnTo>
                    <a:pt x="549609" y="78156"/>
                  </a:lnTo>
                  <a:lnTo>
                    <a:pt x="564012" y="49348"/>
                  </a:lnTo>
                  <a:lnTo>
                    <a:pt x="651542" y="49348"/>
                  </a:lnTo>
                  <a:lnTo>
                    <a:pt x="651338" y="46984"/>
                  </a:lnTo>
                  <a:lnTo>
                    <a:pt x="626424" y="9477"/>
                  </a:lnTo>
                  <a:lnTo>
                    <a:pt x="604753" y="1054"/>
                  </a:lnTo>
                  <a:lnTo>
                    <a:pt x="592128" y="0"/>
                  </a:lnTo>
                  <a:close/>
                </a:path>
                <a:path w="2046604" h="215264" extrusionOk="0">
                  <a:moveTo>
                    <a:pt x="652396" y="97544"/>
                  </a:moveTo>
                  <a:lnTo>
                    <a:pt x="584427" y="97544"/>
                  </a:lnTo>
                  <a:lnTo>
                    <a:pt x="584427" y="136785"/>
                  </a:lnTo>
                  <a:lnTo>
                    <a:pt x="609533" y="136785"/>
                  </a:lnTo>
                  <a:lnTo>
                    <a:pt x="609533" y="152560"/>
                  </a:lnTo>
                  <a:lnTo>
                    <a:pt x="607846" y="157899"/>
                  </a:lnTo>
                  <a:lnTo>
                    <a:pt x="604418" y="160981"/>
                  </a:lnTo>
                  <a:lnTo>
                    <a:pt x="600998" y="164105"/>
                  </a:lnTo>
                  <a:lnTo>
                    <a:pt x="594950" y="165642"/>
                  </a:lnTo>
                  <a:lnTo>
                    <a:pt x="649485" y="165642"/>
                  </a:lnTo>
                  <a:lnTo>
                    <a:pt x="651485" y="153238"/>
                  </a:lnTo>
                  <a:lnTo>
                    <a:pt x="652396" y="133419"/>
                  </a:lnTo>
                  <a:lnTo>
                    <a:pt x="652396" y="97544"/>
                  </a:lnTo>
                  <a:close/>
                </a:path>
                <a:path w="2046604" h="215264" extrusionOk="0">
                  <a:moveTo>
                    <a:pt x="651542" y="49348"/>
                  </a:moveTo>
                  <a:lnTo>
                    <a:pt x="593255" y="49348"/>
                  </a:lnTo>
                  <a:lnTo>
                    <a:pt x="599116" y="50835"/>
                  </a:lnTo>
                  <a:lnTo>
                    <a:pt x="602773" y="53773"/>
                  </a:lnTo>
                  <a:lnTo>
                    <a:pt x="606417" y="56757"/>
                  </a:lnTo>
                  <a:lnTo>
                    <a:pt x="608295" y="61520"/>
                  </a:lnTo>
                  <a:lnTo>
                    <a:pt x="608446" y="68105"/>
                  </a:lnTo>
                  <a:lnTo>
                    <a:pt x="652396" y="68105"/>
                  </a:lnTo>
                  <a:lnTo>
                    <a:pt x="652396" y="59204"/>
                  </a:lnTo>
                  <a:lnTo>
                    <a:pt x="651542" y="49348"/>
                  </a:lnTo>
                  <a:close/>
                </a:path>
                <a:path w="2046604" h="215264" extrusionOk="0">
                  <a:moveTo>
                    <a:pt x="808156" y="2598"/>
                  </a:moveTo>
                  <a:lnTo>
                    <a:pt x="763718" y="2598"/>
                  </a:lnTo>
                  <a:lnTo>
                    <a:pt x="763718" y="212392"/>
                  </a:lnTo>
                  <a:lnTo>
                    <a:pt x="808156" y="212392"/>
                  </a:lnTo>
                  <a:lnTo>
                    <a:pt x="808156" y="2598"/>
                  </a:lnTo>
                  <a:close/>
                </a:path>
                <a:path w="2046604" h="215264" extrusionOk="0">
                  <a:moveTo>
                    <a:pt x="990083" y="2598"/>
                  </a:moveTo>
                  <a:lnTo>
                    <a:pt x="924664" y="2598"/>
                  </a:lnTo>
                  <a:lnTo>
                    <a:pt x="924664" y="212392"/>
                  </a:lnTo>
                  <a:lnTo>
                    <a:pt x="966622" y="212392"/>
                  </a:lnTo>
                  <a:lnTo>
                    <a:pt x="966622" y="55170"/>
                  </a:lnTo>
                  <a:lnTo>
                    <a:pt x="1007280" y="55170"/>
                  </a:lnTo>
                  <a:lnTo>
                    <a:pt x="990083" y="2598"/>
                  </a:lnTo>
                  <a:close/>
                </a:path>
                <a:path w="2046604" h="215264" extrusionOk="0">
                  <a:moveTo>
                    <a:pt x="1007280" y="55170"/>
                  </a:moveTo>
                  <a:lnTo>
                    <a:pt x="966622" y="55170"/>
                  </a:lnTo>
                  <a:lnTo>
                    <a:pt x="1017605" y="212392"/>
                  </a:lnTo>
                  <a:lnTo>
                    <a:pt x="1083010" y="212392"/>
                  </a:lnTo>
                  <a:lnTo>
                    <a:pt x="1083010" y="158432"/>
                  </a:lnTo>
                  <a:lnTo>
                    <a:pt x="1041059" y="158432"/>
                  </a:lnTo>
                  <a:lnTo>
                    <a:pt x="1007280" y="55170"/>
                  </a:lnTo>
                  <a:close/>
                </a:path>
                <a:path w="2046604" h="215264" extrusionOk="0">
                  <a:moveTo>
                    <a:pt x="1083010" y="2598"/>
                  </a:moveTo>
                  <a:lnTo>
                    <a:pt x="1041059" y="2598"/>
                  </a:lnTo>
                  <a:lnTo>
                    <a:pt x="1041059" y="158432"/>
                  </a:lnTo>
                  <a:lnTo>
                    <a:pt x="1083010" y="158432"/>
                  </a:lnTo>
                  <a:lnTo>
                    <a:pt x="1083010" y="2598"/>
                  </a:lnTo>
                  <a:close/>
                </a:path>
                <a:path w="2046604" h="215264" extrusionOk="0">
                  <a:moveTo>
                    <a:pt x="1321629" y="2598"/>
                  </a:moveTo>
                  <a:lnTo>
                    <a:pt x="1198440" y="2598"/>
                  </a:lnTo>
                  <a:lnTo>
                    <a:pt x="1198440" y="212392"/>
                  </a:lnTo>
                  <a:lnTo>
                    <a:pt x="1323403" y="212392"/>
                  </a:lnTo>
                  <a:lnTo>
                    <a:pt x="1323403" y="165642"/>
                  </a:lnTo>
                  <a:lnTo>
                    <a:pt x="1242418" y="165642"/>
                  </a:lnTo>
                  <a:lnTo>
                    <a:pt x="1242418" y="126111"/>
                  </a:lnTo>
                  <a:lnTo>
                    <a:pt x="1319339" y="126111"/>
                  </a:lnTo>
                  <a:lnTo>
                    <a:pt x="1319339" y="85704"/>
                  </a:lnTo>
                  <a:lnTo>
                    <a:pt x="1242418" y="85704"/>
                  </a:lnTo>
                  <a:lnTo>
                    <a:pt x="1242418" y="49348"/>
                  </a:lnTo>
                  <a:lnTo>
                    <a:pt x="1321629" y="49348"/>
                  </a:lnTo>
                  <a:lnTo>
                    <a:pt x="1321629" y="2598"/>
                  </a:lnTo>
                  <a:close/>
                </a:path>
                <a:path w="2046604" h="215264" extrusionOk="0">
                  <a:moveTo>
                    <a:pt x="1558598" y="2598"/>
                  </a:moveTo>
                  <a:lnTo>
                    <a:pt x="1435399" y="2598"/>
                  </a:lnTo>
                  <a:lnTo>
                    <a:pt x="1435399" y="212392"/>
                  </a:lnTo>
                  <a:lnTo>
                    <a:pt x="1560366" y="212392"/>
                  </a:lnTo>
                  <a:lnTo>
                    <a:pt x="1560366" y="165642"/>
                  </a:lnTo>
                  <a:lnTo>
                    <a:pt x="1479384" y="165642"/>
                  </a:lnTo>
                  <a:lnTo>
                    <a:pt x="1479384" y="126111"/>
                  </a:lnTo>
                  <a:lnTo>
                    <a:pt x="1556304" y="126111"/>
                  </a:lnTo>
                  <a:lnTo>
                    <a:pt x="1556304" y="85704"/>
                  </a:lnTo>
                  <a:lnTo>
                    <a:pt x="1479384" y="85704"/>
                  </a:lnTo>
                  <a:lnTo>
                    <a:pt x="1479384" y="49348"/>
                  </a:lnTo>
                  <a:lnTo>
                    <a:pt x="1558598" y="49348"/>
                  </a:lnTo>
                  <a:lnTo>
                    <a:pt x="1558598" y="2598"/>
                  </a:lnTo>
                  <a:close/>
                </a:path>
                <a:path w="2046604" h="215264" extrusionOk="0">
                  <a:moveTo>
                    <a:pt x="1738494" y="2598"/>
                  </a:moveTo>
                  <a:lnTo>
                    <a:pt x="1672369" y="2598"/>
                  </a:lnTo>
                  <a:lnTo>
                    <a:pt x="1672369" y="212392"/>
                  </a:lnTo>
                  <a:lnTo>
                    <a:pt x="1716354" y="212392"/>
                  </a:lnTo>
                  <a:lnTo>
                    <a:pt x="1716354" y="151217"/>
                  </a:lnTo>
                  <a:lnTo>
                    <a:pt x="1802460" y="151217"/>
                  </a:lnTo>
                  <a:lnTo>
                    <a:pt x="1772744" y="124854"/>
                  </a:lnTo>
                  <a:lnTo>
                    <a:pt x="1780129" y="122998"/>
                  </a:lnTo>
                  <a:lnTo>
                    <a:pt x="1786554" y="119951"/>
                  </a:lnTo>
                  <a:lnTo>
                    <a:pt x="1792014" y="115713"/>
                  </a:lnTo>
                  <a:lnTo>
                    <a:pt x="1796508" y="110285"/>
                  </a:lnTo>
                  <a:lnTo>
                    <a:pt x="1799924" y="103884"/>
                  </a:lnTo>
                  <a:lnTo>
                    <a:pt x="1716354" y="103884"/>
                  </a:lnTo>
                  <a:lnTo>
                    <a:pt x="1716354" y="49348"/>
                  </a:lnTo>
                  <a:lnTo>
                    <a:pt x="1803911" y="49348"/>
                  </a:lnTo>
                  <a:lnTo>
                    <a:pt x="1803669" y="45292"/>
                  </a:lnTo>
                  <a:lnTo>
                    <a:pt x="1781919" y="9761"/>
                  </a:lnTo>
                  <a:lnTo>
                    <a:pt x="1755947" y="3392"/>
                  </a:lnTo>
                  <a:lnTo>
                    <a:pt x="1738494" y="2598"/>
                  </a:lnTo>
                  <a:close/>
                </a:path>
                <a:path w="2046604" h="215264" extrusionOk="0">
                  <a:moveTo>
                    <a:pt x="1802460" y="151217"/>
                  </a:moveTo>
                  <a:lnTo>
                    <a:pt x="1747969" y="151217"/>
                  </a:lnTo>
                  <a:lnTo>
                    <a:pt x="1752973" y="152899"/>
                  </a:lnTo>
                  <a:lnTo>
                    <a:pt x="1758304" y="159537"/>
                  </a:lnTo>
                  <a:lnTo>
                    <a:pt x="1759662" y="165693"/>
                  </a:lnTo>
                  <a:lnTo>
                    <a:pt x="1759662" y="212392"/>
                  </a:lnTo>
                  <a:lnTo>
                    <a:pt x="1804550" y="212392"/>
                  </a:lnTo>
                  <a:lnTo>
                    <a:pt x="1804550" y="169105"/>
                  </a:lnTo>
                  <a:lnTo>
                    <a:pt x="1804077" y="159890"/>
                  </a:lnTo>
                  <a:lnTo>
                    <a:pt x="1802655" y="151791"/>
                  </a:lnTo>
                  <a:lnTo>
                    <a:pt x="1802460" y="151217"/>
                  </a:lnTo>
                  <a:close/>
                </a:path>
                <a:path w="2046604" h="215264" extrusionOk="0">
                  <a:moveTo>
                    <a:pt x="1803911" y="49348"/>
                  </a:moveTo>
                  <a:lnTo>
                    <a:pt x="1748189" y="49348"/>
                  </a:lnTo>
                  <a:lnTo>
                    <a:pt x="1753196" y="51029"/>
                  </a:lnTo>
                  <a:lnTo>
                    <a:pt x="1758528" y="57668"/>
                  </a:lnTo>
                  <a:lnTo>
                    <a:pt x="1759885" y="63823"/>
                  </a:lnTo>
                  <a:lnTo>
                    <a:pt x="1759885" y="89607"/>
                  </a:lnTo>
                  <a:lnTo>
                    <a:pt x="1758571" y="95662"/>
                  </a:lnTo>
                  <a:lnTo>
                    <a:pt x="1755904" y="98938"/>
                  </a:lnTo>
                  <a:lnTo>
                    <a:pt x="1753269" y="102254"/>
                  </a:lnTo>
                  <a:lnTo>
                    <a:pt x="1748268" y="103884"/>
                  </a:lnTo>
                  <a:lnTo>
                    <a:pt x="1799924" y="103884"/>
                  </a:lnTo>
                  <a:lnTo>
                    <a:pt x="1800031" y="103684"/>
                  </a:lnTo>
                  <a:lnTo>
                    <a:pt x="1802543" y="95929"/>
                  </a:lnTo>
                  <a:lnTo>
                    <a:pt x="1804049" y="87020"/>
                  </a:lnTo>
                  <a:lnTo>
                    <a:pt x="1804550" y="76956"/>
                  </a:lnTo>
                  <a:lnTo>
                    <a:pt x="1804550" y="60072"/>
                  </a:lnTo>
                  <a:lnTo>
                    <a:pt x="1803911" y="49348"/>
                  </a:lnTo>
                  <a:close/>
                </a:path>
                <a:path w="2046604" h="215264" extrusionOk="0">
                  <a:moveTo>
                    <a:pt x="1951247" y="147462"/>
                  </a:moveTo>
                  <a:lnTo>
                    <a:pt x="1909072" y="147462"/>
                  </a:lnTo>
                  <a:lnTo>
                    <a:pt x="1909106" y="162467"/>
                  </a:lnTo>
                  <a:lnTo>
                    <a:pt x="1922115" y="202294"/>
                  </a:lnTo>
                  <a:lnTo>
                    <a:pt x="1963879" y="214991"/>
                  </a:lnTo>
                  <a:lnTo>
                    <a:pt x="1999714" y="214991"/>
                  </a:lnTo>
                  <a:lnTo>
                    <a:pt x="2039321" y="190833"/>
                  </a:lnTo>
                  <a:lnTo>
                    <a:pt x="2045652" y="169974"/>
                  </a:lnTo>
                  <a:lnTo>
                    <a:pt x="1964707" y="169974"/>
                  </a:lnTo>
                  <a:lnTo>
                    <a:pt x="1959148" y="168479"/>
                  </a:lnTo>
                  <a:lnTo>
                    <a:pt x="1955987" y="165447"/>
                  </a:lnTo>
                  <a:lnTo>
                    <a:pt x="1952834" y="162467"/>
                  </a:lnTo>
                  <a:lnTo>
                    <a:pt x="1951247" y="157179"/>
                  </a:lnTo>
                  <a:lnTo>
                    <a:pt x="1951247" y="147462"/>
                  </a:lnTo>
                  <a:close/>
                </a:path>
                <a:path w="2046604" h="215264" extrusionOk="0">
                  <a:moveTo>
                    <a:pt x="1990465" y="0"/>
                  </a:moveTo>
                  <a:lnTo>
                    <a:pt x="1964103" y="0"/>
                  </a:lnTo>
                  <a:lnTo>
                    <a:pt x="1956219" y="162"/>
                  </a:lnTo>
                  <a:lnTo>
                    <a:pt x="1924409" y="11591"/>
                  </a:lnTo>
                  <a:lnTo>
                    <a:pt x="1919782" y="16447"/>
                  </a:lnTo>
                  <a:lnTo>
                    <a:pt x="1910290" y="53675"/>
                  </a:lnTo>
                  <a:lnTo>
                    <a:pt x="1910199" y="69547"/>
                  </a:lnTo>
                  <a:lnTo>
                    <a:pt x="1910770" y="81702"/>
                  </a:lnTo>
                  <a:lnTo>
                    <a:pt x="1931260" y="119229"/>
                  </a:lnTo>
                  <a:lnTo>
                    <a:pt x="1991667" y="130679"/>
                  </a:lnTo>
                  <a:lnTo>
                    <a:pt x="1996480" y="132360"/>
                  </a:lnTo>
                  <a:lnTo>
                    <a:pt x="1998583" y="134524"/>
                  </a:lnTo>
                  <a:lnTo>
                    <a:pt x="2000724" y="136644"/>
                  </a:lnTo>
                  <a:lnTo>
                    <a:pt x="2001780" y="140248"/>
                  </a:lnTo>
                  <a:lnTo>
                    <a:pt x="2001780" y="160159"/>
                  </a:lnTo>
                  <a:lnTo>
                    <a:pt x="2000422" y="164249"/>
                  </a:lnTo>
                  <a:lnTo>
                    <a:pt x="1997759" y="166510"/>
                  </a:lnTo>
                  <a:lnTo>
                    <a:pt x="1995087" y="168818"/>
                  </a:lnTo>
                  <a:lnTo>
                    <a:pt x="1990426" y="169974"/>
                  </a:lnTo>
                  <a:lnTo>
                    <a:pt x="2045652" y="169974"/>
                  </a:lnTo>
                  <a:lnTo>
                    <a:pt x="2046442" y="157610"/>
                  </a:lnTo>
                  <a:lnTo>
                    <a:pt x="2046393" y="136644"/>
                  </a:lnTo>
                  <a:lnTo>
                    <a:pt x="2030209" y="96304"/>
                  </a:lnTo>
                  <a:lnTo>
                    <a:pt x="1960312" y="79988"/>
                  </a:lnTo>
                  <a:lnTo>
                    <a:pt x="1954415" y="75275"/>
                  </a:lnTo>
                  <a:lnTo>
                    <a:pt x="1954415" y="53675"/>
                  </a:lnTo>
                  <a:lnTo>
                    <a:pt x="1955722" y="50025"/>
                  </a:lnTo>
                  <a:lnTo>
                    <a:pt x="1960948" y="45788"/>
                  </a:lnTo>
                  <a:lnTo>
                    <a:pt x="1965726" y="44729"/>
                  </a:lnTo>
                  <a:lnTo>
                    <a:pt x="2040688" y="44729"/>
                  </a:lnTo>
                  <a:lnTo>
                    <a:pt x="2040213" y="38097"/>
                  </a:lnTo>
                  <a:lnTo>
                    <a:pt x="2012144" y="3176"/>
                  </a:lnTo>
                  <a:lnTo>
                    <a:pt x="2002030" y="794"/>
                  </a:lnTo>
                  <a:lnTo>
                    <a:pt x="1990465" y="0"/>
                  </a:lnTo>
                  <a:close/>
                </a:path>
                <a:path w="2046604" h="215264" extrusionOk="0">
                  <a:moveTo>
                    <a:pt x="2040688" y="44729"/>
                  </a:moveTo>
                  <a:lnTo>
                    <a:pt x="1988878" y="44729"/>
                  </a:lnTo>
                  <a:lnTo>
                    <a:pt x="1993060" y="45932"/>
                  </a:lnTo>
                  <a:lnTo>
                    <a:pt x="1997679" y="50835"/>
                  </a:lnTo>
                  <a:lnTo>
                    <a:pt x="1998850" y="55219"/>
                  </a:lnTo>
                  <a:lnTo>
                    <a:pt x="1998850" y="63773"/>
                  </a:lnTo>
                  <a:lnTo>
                    <a:pt x="2041023" y="63773"/>
                  </a:lnTo>
                  <a:lnTo>
                    <a:pt x="2041023" y="49399"/>
                  </a:lnTo>
                  <a:lnTo>
                    <a:pt x="2040688" y="447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3639506" y="1627296"/>
              <a:ext cx="313055" cy="1495425"/>
            </a:xfrm>
            <a:custGeom>
              <a:avLst/>
              <a:gdLst/>
              <a:ahLst/>
              <a:cxnLst/>
              <a:rect l="l" t="t" r="r" b="b"/>
              <a:pathLst>
                <a:path w="313054" h="1495425" extrusionOk="0">
                  <a:moveTo>
                    <a:pt x="312940" y="0"/>
                  </a:moveTo>
                  <a:lnTo>
                    <a:pt x="0" y="0"/>
                  </a:lnTo>
                  <a:lnTo>
                    <a:pt x="0" y="1494972"/>
                  </a:lnTo>
                  <a:lnTo>
                    <a:pt x="312940" y="1494972"/>
                  </a:lnTo>
                  <a:lnTo>
                    <a:pt x="312940" y="0"/>
                  </a:lnTo>
                  <a:close/>
                </a:path>
              </a:pathLst>
            </a:custGeom>
            <a:solidFill>
              <a:srgbClr val="694D1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4319215" y="2315904"/>
              <a:ext cx="1287145" cy="40640"/>
            </a:xfrm>
            <a:custGeom>
              <a:avLst/>
              <a:gdLst/>
              <a:ahLst/>
              <a:cxnLst/>
              <a:rect l="l" t="t" r="r" b="b"/>
              <a:pathLst>
                <a:path w="1287145" h="40639" extrusionOk="0">
                  <a:moveTo>
                    <a:pt x="1286574" y="0"/>
                  </a:moveTo>
                  <a:lnTo>
                    <a:pt x="0" y="0"/>
                  </a:lnTo>
                  <a:lnTo>
                    <a:pt x="0" y="40233"/>
                  </a:lnTo>
                  <a:lnTo>
                    <a:pt x="1286574" y="40233"/>
                  </a:lnTo>
                  <a:lnTo>
                    <a:pt x="1286574" y="0"/>
                  </a:lnTo>
                  <a:close/>
                </a:path>
              </a:pathLst>
            </a:custGeom>
            <a:solidFill>
              <a:srgbClr val="EF67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4329803" y="1646082"/>
              <a:ext cx="1265555" cy="617220"/>
            </a:xfrm>
            <a:custGeom>
              <a:avLst/>
              <a:gdLst/>
              <a:ahLst/>
              <a:cxnLst/>
              <a:rect l="l" t="t" r="r" b="b"/>
              <a:pathLst>
                <a:path w="1265554" h="617219" extrusionOk="0">
                  <a:moveTo>
                    <a:pt x="1207526" y="181594"/>
                  </a:moveTo>
                  <a:lnTo>
                    <a:pt x="1124035" y="181594"/>
                  </a:lnTo>
                  <a:lnTo>
                    <a:pt x="1124035" y="617129"/>
                  </a:lnTo>
                  <a:lnTo>
                    <a:pt x="1207526" y="617129"/>
                  </a:lnTo>
                  <a:lnTo>
                    <a:pt x="1207526" y="181594"/>
                  </a:lnTo>
                  <a:close/>
                </a:path>
                <a:path w="1265554" h="617219" extrusionOk="0">
                  <a:moveTo>
                    <a:pt x="1265384" y="105829"/>
                  </a:moveTo>
                  <a:lnTo>
                    <a:pt x="1066261" y="105829"/>
                  </a:lnTo>
                  <a:lnTo>
                    <a:pt x="1066261" y="181594"/>
                  </a:lnTo>
                  <a:lnTo>
                    <a:pt x="1265384" y="181594"/>
                  </a:lnTo>
                  <a:lnTo>
                    <a:pt x="1265384" y="105829"/>
                  </a:lnTo>
                  <a:close/>
                </a:path>
                <a:path w="1265554" h="617219" extrusionOk="0">
                  <a:moveTo>
                    <a:pt x="1207526" y="0"/>
                  </a:moveTo>
                  <a:lnTo>
                    <a:pt x="1124035" y="0"/>
                  </a:lnTo>
                  <a:lnTo>
                    <a:pt x="1124035" y="105829"/>
                  </a:lnTo>
                  <a:lnTo>
                    <a:pt x="1207526" y="105829"/>
                  </a:lnTo>
                  <a:lnTo>
                    <a:pt x="1207526" y="0"/>
                  </a:lnTo>
                  <a:close/>
                </a:path>
                <a:path w="1265554" h="617219" extrusionOk="0">
                  <a:moveTo>
                    <a:pt x="845712" y="204288"/>
                  </a:moveTo>
                  <a:lnTo>
                    <a:pt x="806233" y="208579"/>
                  </a:lnTo>
                  <a:lnTo>
                    <a:pt x="768131" y="221395"/>
                  </a:lnTo>
                  <a:lnTo>
                    <a:pt x="732506" y="242051"/>
                  </a:lnTo>
                  <a:lnTo>
                    <a:pt x="700739" y="270054"/>
                  </a:lnTo>
                  <a:lnTo>
                    <a:pt x="676888" y="300609"/>
                  </a:lnTo>
                  <a:lnTo>
                    <a:pt x="659587" y="334888"/>
                  </a:lnTo>
                  <a:lnTo>
                    <a:pt x="649090" y="372126"/>
                  </a:lnTo>
                  <a:lnTo>
                    <a:pt x="645584" y="411760"/>
                  </a:lnTo>
                  <a:lnTo>
                    <a:pt x="646538" y="431566"/>
                  </a:lnTo>
                  <a:lnTo>
                    <a:pt x="654158" y="470376"/>
                  </a:lnTo>
                  <a:lnTo>
                    <a:pt x="669206" y="507744"/>
                  </a:lnTo>
                  <a:lnTo>
                    <a:pt x="690565" y="541024"/>
                  </a:lnTo>
                  <a:lnTo>
                    <a:pt x="718641" y="570156"/>
                  </a:lnTo>
                  <a:lnTo>
                    <a:pt x="751559" y="593010"/>
                  </a:lnTo>
                  <a:lnTo>
                    <a:pt x="788112" y="608427"/>
                  </a:lnTo>
                  <a:lnTo>
                    <a:pt x="828171" y="616134"/>
                  </a:lnTo>
                  <a:lnTo>
                    <a:pt x="849516" y="617093"/>
                  </a:lnTo>
                  <a:lnTo>
                    <a:pt x="881010" y="614887"/>
                  </a:lnTo>
                  <a:lnTo>
                    <a:pt x="938119" y="597241"/>
                  </a:lnTo>
                  <a:lnTo>
                    <a:pt x="986902" y="562281"/>
                  </a:lnTo>
                  <a:lnTo>
                    <a:pt x="1012172" y="531092"/>
                  </a:lnTo>
                  <a:lnTo>
                    <a:pt x="847072" y="531092"/>
                  </a:lnTo>
                  <a:lnTo>
                    <a:pt x="825293" y="529571"/>
                  </a:lnTo>
                  <a:lnTo>
                    <a:pt x="787962" y="517381"/>
                  </a:lnTo>
                  <a:lnTo>
                    <a:pt x="749709" y="477970"/>
                  </a:lnTo>
                  <a:lnTo>
                    <a:pt x="739014" y="440197"/>
                  </a:lnTo>
                  <a:lnTo>
                    <a:pt x="1050918" y="440146"/>
                  </a:lnTo>
                  <a:lnTo>
                    <a:pt x="1050918" y="437956"/>
                  </a:lnTo>
                  <a:lnTo>
                    <a:pt x="1051091" y="434836"/>
                  </a:lnTo>
                  <a:lnTo>
                    <a:pt x="1051401" y="430311"/>
                  </a:lnTo>
                  <a:lnTo>
                    <a:pt x="1051699" y="422675"/>
                  </a:lnTo>
                  <a:lnTo>
                    <a:pt x="1051699" y="420612"/>
                  </a:lnTo>
                  <a:lnTo>
                    <a:pt x="1051128" y="400931"/>
                  </a:lnTo>
                  <a:lnTo>
                    <a:pt x="1049431" y="382415"/>
                  </a:lnTo>
                  <a:lnTo>
                    <a:pt x="1047106" y="368026"/>
                  </a:lnTo>
                  <a:lnTo>
                    <a:pt x="742165" y="368026"/>
                  </a:lnTo>
                  <a:lnTo>
                    <a:pt x="748291" y="350978"/>
                  </a:lnTo>
                  <a:lnTo>
                    <a:pt x="780811" y="310142"/>
                  </a:lnTo>
                  <a:lnTo>
                    <a:pt x="828033" y="289468"/>
                  </a:lnTo>
                  <a:lnTo>
                    <a:pt x="845712" y="288081"/>
                  </a:lnTo>
                  <a:lnTo>
                    <a:pt x="1011335" y="288081"/>
                  </a:lnTo>
                  <a:lnTo>
                    <a:pt x="998625" y="272620"/>
                  </a:lnTo>
                  <a:lnTo>
                    <a:pt x="961256" y="240090"/>
                  </a:lnTo>
                  <a:lnTo>
                    <a:pt x="917749" y="217239"/>
                  </a:lnTo>
                  <a:lnTo>
                    <a:pt x="870541" y="205722"/>
                  </a:lnTo>
                  <a:lnTo>
                    <a:pt x="845712" y="204288"/>
                  </a:lnTo>
                  <a:close/>
                </a:path>
                <a:path w="1265554" h="617219" extrusionOk="0">
                  <a:moveTo>
                    <a:pt x="1037915" y="482475"/>
                  </a:moveTo>
                  <a:lnTo>
                    <a:pt x="940085" y="482475"/>
                  </a:lnTo>
                  <a:lnTo>
                    <a:pt x="932391" y="493389"/>
                  </a:lnTo>
                  <a:lnTo>
                    <a:pt x="923412" y="502989"/>
                  </a:lnTo>
                  <a:lnTo>
                    <a:pt x="889164" y="523954"/>
                  </a:lnTo>
                  <a:lnTo>
                    <a:pt x="847072" y="531092"/>
                  </a:lnTo>
                  <a:lnTo>
                    <a:pt x="1012172" y="531092"/>
                  </a:lnTo>
                  <a:lnTo>
                    <a:pt x="1023966" y="512641"/>
                  </a:lnTo>
                  <a:lnTo>
                    <a:pt x="1037915" y="482475"/>
                  </a:lnTo>
                  <a:close/>
                </a:path>
                <a:path w="1265554" h="617219" extrusionOk="0">
                  <a:moveTo>
                    <a:pt x="1011335" y="288081"/>
                  </a:moveTo>
                  <a:lnTo>
                    <a:pt x="845712" y="288081"/>
                  </a:lnTo>
                  <a:lnTo>
                    <a:pt x="865618" y="289362"/>
                  </a:lnTo>
                  <a:lnTo>
                    <a:pt x="883775" y="293196"/>
                  </a:lnTo>
                  <a:lnTo>
                    <a:pt x="927548" y="319890"/>
                  </a:lnTo>
                  <a:lnTo>
                    <a:pt x="953880" y="368026"/>
                  </a:lnTo>
                  <a:lnTo>
                    <a:pt x="1047106" y="368026"/>
                  </a:lnTo>
                  <a:lnTo>
                    <a:pt x="1031214" y="319131"/>
                  </a:lnTo>
                  <a:lnTo>
                    <a:pt x="1014876" y="292388"/>
                  </a:lnTo>
                  <a:lnTo>
                    <a:pt x="1011335" y="288081"/>
                  </a:lnTo>
                  <a:close/>
                </a:path>
                <a:path w="1265554" h="617219" extrusionOk="0">
                  <a:moveTo>
                    <a:pt x="412894" y="204288"/>
                  </a:moveTo>
                  <a:lnTo>
                    <a:pt x="370389" y="208502"/>
                  </a:lnTo>
                  <a:lnTo>
                    <a:pt x="330681" y="221035"/>
                  </a:lnTo>
                  <a:lnTo>
                    <a:pt x="294387" y="241609"/>
                  </a:lnTo>
                  <a:lnTo>
                    <a:pt x="262101" y="270054"/>
                  </a:lnTo>
                  <a:lnTo>
                    <a:pt x="237792" y="300581"/>
                  </a:lnTo>
                  <a:lnTo>
                    <a:pt x="220243" y="334662"/>
                  </a:lnTo>
                  <a:lnTo>
                    <a:pt x="209616" y="371859"/>
                  </a:lnTo>
                  <a:lnTo>
                    <a:pt x="206074" y="411796"/>
                  </a:lnTo>
                  <a:lnTo>
                    <a:pt x="207054" y="431450"/>
                  </a:lnTo>
                  <a:lnTo>
                    <a:pt x="214855" y="470235"/>
                  </a:lnTo>
                  <a:lnTo>
                    <a:pt x="230175" y="507892"/>
                  </a:lnTo>
                  <a:lnTo>
                    <a:pt x="251771" y="541171"/>
                  </a:lnTo>
                  <a:lnTo>
                    <a:pt x="280135" y="570156"/>
                  </a:lnTo>
                  <a:lnTo>
                    <a:pt x="313428" y="593010"/>
                  </a:lnTo>
                  <a:lnTo>
                    <a:pt x="350212" y="608427"/>
                  </a:lnTo>
                  <a:lnTo>
                    <a:pt x="390248" y="616134"/>
                  </a:lnTo>
                  <a:lnTo>
                    <a:pt x="411493" y="617093"/>
                  </a:lnTo>
                  <a:lnTo>
                    <a:pt x="446729" y="614547"/>
                  </a:lnTo>
                  <a:lnTo>
                    <a:pt x="509070" y="594120"/>
                  </a:lnTo>
                  <a:lnTo>
                    <a:pt x="559735" y="553898"/>
                  </a:lnTo>
                  <a:lnTo>
                    <a:pt x="579478" y="526891"/>
                  </a:lnTo>
                  <a:lnTo>
                    <a:pt x="410701" y="526891"/>
                  </a:lnTo>
                  <a:lnTo>
                    <a:pt x="387815" y="524820"/>
                  </a:lnTo>
                  <a:lnTo>
                    <a:pt x="348034" y="508304"/>
                  </a:lnTo>
                  <a:lnTo>
                    <a:pt x="317309" y="476278"/>
                  </a:lnTo>
                  <a:lnTo>
                    <a:pt x="301467" y="434865"/>
                  </a:lnTo>
                  <a:lnTo>
                    <a:pt x="299483" y="411050"/>
                  </a:lnTo>
                  <a:lnTo>
                    <a:pt x="301411" y="386868"/>
                  </a:lnTo>
                  <a:lnTo>
                    <a:pt x="316863" y="344942"/>
                  </a:lnTo>
                  <a:lnTo>
                    <a:pt x="346887" y="312593"/>
                  </a:lnTo>
                  <a:lnTo>
                    <a:pt x="385452" y="295916"/>
                  </a:lnTo>
                  <a:lnTo>
                    <a:pt x="407565" y="293828"/>
                  </a:lnTo>
                  <a:lnTo>
                    <a:pt x="580754" y="293828"/>
                  </a:lnTo>
                  <a:lnTo>
                    <a:pt x="580325" y="292992"/>
                  </a:lnTo>
                  <a:lnTo>
                    <a:pt x="536917" y="245169"/>
                  </a:lnTo>
                  <a:lnTo>
                    <a:pt x="479694" y="214494"/>
                  </a:lnTo>
                  <a:lnTo>
                    <a:pt x="447497" y="206838"/>
                  </a:lnTo>
                  <a:lnTo>
                    <a:pt x="412894" y="204288"/>
                  </a:lnTo>
                  <a:close/>
                </a:path>
                <a:path w="1265554" h="617219" extrusionOk="0">
                  <a:moveTo>
                    <a:pt x="605224" y="463711"/>
                  </a:moveTo>
                  <a:lnTo>
                    <a:pt x="508581" y="463711"/>
                  </a:lnTo>
                  <a:lnTo>
                    <a:pt x="501768" y="478529"/>
                  </a:lnTo>
                  <a:lnTo>
                    <a:pt x="493396" y="491359"/>
                  </a:lnTo>
                  <a:lnTo>
                    <a:pt x="459011" y="518004"/>
                  </a:lnTo>
                  <a:lnTo>
                    <a:pt x="410701" y="526891"/>
                  </a:lnTo>
                  <a:lnTo>
                    <a:pt x="579478" y="526891"/>
                  </a:lnTo>
                  <a:lnTo>
                    <a:pt x="594231" y="497624"/>
                  </a:lnTo>
                  <a:lnTo>
                    <a:pt x="605224" y="463711"/>
                  </a:lnTo>
                  <a:close/>
                </a:path>
                <a:path w="1265554" h="617219" extrusionOk="0">
                  <a:moveTo>
                    <a:pt x="580754" y="293828"/>
                  </a:moveTo>
                  <a:lnTo>
                    <a:pt x="407565" y="293828"/>
                  </a:lnTo>
                  <a:lnTo>
                    <a:pt x="424304" y="294782"/>
                  </a:lnTo>
                  <a:lnTo>
                    <a:pt x="439901" y="297644"/>
                  </a:lnTo>
                  <a:lnTo>
                    <a:pt x="479710" y="317683"/>
                  </a:lnTo>
                  <a:lnTo>
                    <a:pt x="509240" y="354934"/>
                  </a:lnTo>
                  <a:lnTo>
                    <a:pt x="605882" y="354934"/>
                  </a:lnTo>
                  <a:lnTo>
                    <a:pt x="595344" y="322206"/>
                  </a:lnTo>
                  <a:lnTo>
                    <a:pt x="580754" y="293828"/>
                  </a:lnTo>
                  <a:close/>
                </a:path>
                <a:path w="1265554" h="617219" extrusionOk="0">
                  <a:moveTo>
                    <a:pt x="1036737" y="105829"/>
                  </a:moveTo>
                  <a:lnTo>
                    <a:pt x="228635" y="105829"/>
                  </a:lnTo>
                  <a:lnTo>
                    <a:pt x="228635" y="183833"/>
                  </a:lnTo>
                  <a:lnTo>
                    <a:pt x="1036737" y="183833"/>
                  </a:lnTo>
                  <a:lnTo>
                    <a:pt x="1036737" y="105829"/>
                  </a:lnTo>
                  <a:close/>
                </a:path>
                <a:path w="1265554" h="617219" extrusionOk="0">
                  <a:moveTo>
                    <a:pt x="141349" y="181594"/>
                  </a:moveTo>
                  <a:lnTo>
                    <a:pt x="57833" y="181594"/>
                  </a:lnTo>
                  <a:lnTo>
                    <a:pt x="57868" y="617093"/>
                  </a:lnTo>
                  <a:lnTo>
                    <a:pt x="141349" y="617093"/>
                  </a:lnTo>
                  <a:lnTo>
                    <a:pt x="141349" y="181594"/>
                  </a:lnTo>
                  <a:close/>
                </a:path>
                <a:path w="1265554" h="617219" extrusionOk="0">
                  <a:moveTo>
                    <a:pt x="199172" y="105829"/>
                  </a:moveTo>
                  <a:lnTo>
                    <a:pt x="0" y="105829"/>
                  </a:lnTo>
                  <a:lnTo>
                    <a:pt x="0" y="181594"/>
                  </a:lnTo>
                  <a:lnTo>
                    <a:pt x="199172" y="181594"/>
                  </a:lnTo>
                  <a:lnTo>
                    <a:pt x="199172" y="105829"/>
                  </a:lnTo>
                  <a:close/>
                </a:path>
                <a:path w="1265554" h="617219" extrusionOk="0">
                  <a:moveTo>
                    <a:pt x="141349" y="0"/>
                  </a:moveTo>
                  <a:lnTo>
                    <a:pt x="57823" y="0"/>
                  </a:lnTo>
                  <a:lnTo>
                    <a:pt x="57833" y="105829"/>
                  </a:lnTo>
                  <a:lnTo>
                    <a:pt x="141349" y="105829"/>
                  </a:lnTo>
                  <a:lnTo>
                    <a:pt x="141349" y="0"/>
                  </a:lnTo>
                  <a:close/>
                </a:path>
              </a:pathLst>
            </a:custGeom>
            <a:solidFill>
              <a:srgbClr val="13348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3687239" y="1701813"/>
              <a:ext cx="217804" cy="1346200"/>
            </a:xfrm>
            <a:custGeom>
              <a:avLst/>
              <a:gdLst/>
              <a:ahLst/>
              <a:cxnLst/>
              <a:rect l="l" t="t" r="r" b="b"/>
              <a:pathLst>
                <a:path w="217804" h="1346200" extrusionOk="0">
                  <a:moveTo>
                    <a:pt x="77965" y="135943"/>
                  </a:moveTo>
                  <a:lnTo>
                    <a:pt x="9622" y="135943"/>
                  </a:lnTo>
                  <a:lnTo>
                    <a:pt x="12570" y="150444"/>
                  </a:lnTo>
                  <a:lnTo>
                    <a:pt x="38173" y="183545"/>
                  </a:lnTo>
                  <a:lnTo>
                    <a:pt x="86496" y="199412"/>
                  </a:lnTo>
                  <a:lnTo>
                    <a:pt x="107120" y="200469"/>
                  </a:lnTo>
                  <a:lnTo>
                    <a:pt x="129365" y="199412"/>
                  </a:lnTo>
                  <a:lnTo>
                    <a:pt x="179625" y="183545"/>
                  </a:lnTo>
                  <a:lnTo>
                    <a:pt x="201432" y="155249"/>
                  </a:lnTo>
                  <a:lnTo>
                    <a:pt x="100493" y="155249"/>
                  </a:lnTo>
                  <a:lnTo>
                    <a:pt x="93098" y="153748"/>
                  </a:lnTo>
                  <a:lnTo>
                    <a:pt x="83232" y="147750"/>
                  </a:lnTo>
                  <a:lnTo>
                    <a:pt x="79839" y="142815"/>
                  </a:lnTo>
                  <a:lnTo>
                    <a:pt x="77965" y="135943"/>
                  </a:lnTo>
                  <a:close/>
                </a:path>
                <a:path w="217804" h="1346200" extrusionOk="0">
                  <a:moveTo>
                    <a:pt x="105303" y="0"/>
                  </a:moveTo>
                  <a:lnTo>
                    <a:pt x="67065" y="4035"/>
                  </a:lnTo>
                  <a:lnTo>
                    <a:pt x="27321" y="24986"/>
                  </a:lnTo>
                  <a:lnTo>
                    <a:pt x="13568" y="60671"/>
                  </a:lnTo>
                  <a:lnTo>
                    <a:pt x="13955" y="67460"/>
                  </a:lnTo>
                  <a:lnTo>
                    <a:pt x="38778" y="104557"/>
                  </a:lnTo>
                  <a:lnTo>
                    <a:pt x="76375" y="117575"/>
                  </a:lnTo>
                  <a:lnTo>
                    <a:pt x="107120" y="124700"/>
                  </a:lnTo>
                  <a:lnTo>
                    <a:pt x="120014" y="128174"/>
                  </a:lnTo>
                  <a:lnTo>
                    <a:pt x="129222" y="132117"/>
                  </a:lnTo>
                  <a:lnTo>
                    <a:pt x="134746" y="136540"/>
                  </a:lnTo>
                  <a:lnTo>
                    <a:pt x="136587" y="141451"/>
                  </a:lnTo>
                  <a:lnTo>
                    <a:pt x="136587" y="145766"/>
                  </a:lnTo>
                  <a:lnTo>
                    <a:pt x="134261" y="149122"/>
                  </a:lnTo>
                  <a:lnTo>
                    <a:pt x="124894" y="154015"/>
                  </a:lnTo>
                  <a:lnTo>
                    <a:pt x="118414" y="155249"/>
                  </a:lnTo>
                  <a:lnTo>
                    <a:pt x="201432" y="155249"/>
                  </a:lnTo>
                  <a:lnTo>
                    <a:pt x="203348" y="149999"/>
                  </a:lnTo>
                  <a:lnTo>
                    <a:pt x="204933" y="135150"/>
                  </a:lnTo>
                  <a:lnTo>
                    <a:pt x="204515" y="128109"/>
                  </a:lnTo>
                  <a:lnTo>
                    <a:pt x="183806" y="95098"/>
                  </a:lnTo>
                  <a:lnTo>
                    <a:pt x="144582" y="79609"/>
                  </a:lnTo>
                  <a:lnTo>
                    <a:pt x="121503" y="74321"/>
                  </a:lnTo>
                  <a:lnTo>
                    <a:pt x="117302" y="73395"/>
                  </a:lnTo>
                  <a:lnTo>
                    <a:pt x="81906" y="56163"/>
                  </a:lnTo>
                  <a:lnTo>
                    <a:pt x="81906" y="51749"/>
                  </a:lnTo>
                  <a:lnTo>
                    <a:pt x="83732" y="48488"/>
                  </a:lnTo>
                  <a:lnTo>
                    <a:pt x="91075" y="44164"/>
                  </a:lnTo>
                  <a:lnTo>
                    <a:pt x="96648" y="43110"/>
                  </a:lnTo>
                  <a:lnTo>
                    <a:pt x="194558" y="43110"/>
                  </a:lnTo>
                  <a:lnTo>
                    <a:pt x="190475" y="34285"/>
                  </a:lnTo>
                  <a:lnTo>
                    <a:pt x="158376" y="8705"/>
                  </a:lnTo>
                  <a:lnTo>
                    <a:pt x="125247" y="967"/>
                  </a:lnTo>
                  <a:lnTo>
                    <a:pt x="105303" y="0"/>
                  </a:lnTo>
                  <a:close/>
                </a:path>
                <a:path w="217804" h="1346200" extrusionOk="0">
                  <a:moveTo>
                    <a:pt x="194558" y="43110"/>
                  </a:moveTo>
                  <a:lnTo>
                    <a:pt x="112647" y="43110"/>
                  </a:lnTo>
                  <a:lnTo>
                    <a:pt x="119227" y="44474"/>
                  </a:lnTo>
                  <a:lnTo>
                    <a:pt x="128386" y="49985"/>
                  </a:lnTo>
                  <a:lnTo>
                    <a:pt x="131273" y="54171"/>
                  </a:lnTo>
                  <a:lnTo>
                    <a:pt x="132335" y="59773"/>
                  </a:lnTo>
                  <a:lnTo>
                    <a:pt x="198863" y="59773"/>
                  </a:lnTo>
                  <a:lnTo>
                    <a:pt x="195984" y="46194"/>
                  </a:lnTo>
                  <a:lnTo>
                    <a:pt x="194558" y="43110"/>
                  </a:lnTo>
                  <a:close/>
                </a:path>
                <a:path w="217804" h="1346200" extrusionOk="0">
                  <a:moveTo>
                    <a:pt x="196980" y="235179"/>
                  </a:moveTo>
                  <a:lnTo>
                    <a:pt x="22381" y="235179"/>
                  </a:lnTo>
                  <a:lnTo>
                    <a:pt x="22381" y="425335"/>
                  </a:lnTo>
                  <a:lnTo>
                    <a:pt x="201290" y="425335"/>
                  </a:lnTo>
                  <a:lnTo>
                    <a:pt x="201290" y="379050"/>
                  </a:lnTo>
                  <a:lnTo>
                    <a:pt x="92541" y="379050"/>
                  </a:lnTo>
                  <a:lnTo>
                    <a:pt x="92541" y="349693"/>
                  </a:lnTo>
                  <a:lnTo>
                    <a:pt x="180831" y="349693"/>
                  </a:lnTo>
                  <a:lnTo>
                    <a:pt x="180831" y="306061"/>
                  </a:lnTo>
                  <a:lnTo>
                    <a:pt x="92541" y="306061"/>
                  </a:lnTo>
                  <a:lnTo>
                    <a:pt x="92541" y="280666"/>
                  </a:lnTo>
                  <a:lnTo>
                    <a:pt x="196980" y="280666"/>
                  </a:lnTo>
                  <a:lnTo>
                    <a:pt x="196980" y="235179"/>
                  </a:lnTo>
                  <a:close/>
                </a:path>
                <a:path w="217804" h="1346200" extrusionOk="0">
                  <a:moveTo>
                    <a:pt x="111117" y="460302"/>
                  </a:moveTo>
                  <a:lnTo>
                    <a:pt x="65055" y="467019"/>
                  </a:lnTo>
                  <a:lnTo>
                    <a:pt x="29808" y="487191"/>
                  </a:lnTo>
                  <a:lnTo>
                    <a:pt x="7441" y="518955"/>
                  </a:lnTo>
                  <a:lnTo>
                    <a:pt x="0" y="560584"/>
                  </a:lnTo>
                  <a:lnTo>
                    <a:pt x="1875" y="582614"/>
                  </a:lnTo>
                  <a:lnTo>
                    <a:pt x="16930" y="619340"/>
                  </a:lnTo>
                  <a:lnTo>
                    <a:pt x="46564" y="645695"/>
                  </a:lnTo>
                  <a:lnTo>
                    <a:pt x="87888" y="659095"/>
                  </a:lnTo>
                  <a:lnTo>
                    <a:pt x="112734" y="660772"/>
                  </a:lnTo>
                  <a:lnTo>
                    <a:pt x="134956" y="659475"/>
                  </a:lnTo>
                  <a:lnTo>
                    <a:pt x="172123" y="649112"/>
                  </a:lnTo>
                  <a:lnTo>
                    <a:pt x="208403" y="615138"/>
                  </a:lnTo>
                  <a:lnTo>
                    <a:pt x="209169" y="613166"/>
                  </a:lnTo>
                  <a:lnTo>
                    <a:pt x="113903" y="613166"/>
                  </a:lnTo>
                  <a:lnTo>
                    <a:pt x="103948" y="612332"/>
                  </a:lnTo>
                  <a:lnTo>
                    <a:pt x="73510" y="583394"/>
                  </a:lnTo>
                  <a:lnTo>
                    <a:pt x="70778" y="560541"/>
                  </a:lnTo>
                  <a:lnTo>
                    <a:pt x="71420" y="548192"/>
                  </a:lnTo>
                  <a:lnTo>
                    <a:pt x="93986" y="511183"/>
                  </a:lnTo>
                  <a:lnTo>
                    <a:pt x="112035" y="507909"/>
                  </a:lnTo>
                  <a:lnTo>
                    <a:pt x="208359" y="507909"/>
                  </a:lnTo>
                  <a:lnTo>
                    <a:pt x="207011" y="504533"/>
                  </a:lnTo>
                  <a:lnTo>
                    <a:pt x="170907" y="471536"/>
                  </a:lnTo>
                  <a:lnTo>
                    <a:pt x="133578" y="461551"/>
                  </a:lnTo>
                  <a:lnTo>
                    <a:pt x="111117" y="460302"/>
                  </a:lnTo>
                  <a:close/>
                </a:path>
                <a:path w="217804" h="1346200" extrusionOk="0">
                  <a:moveTo>
                    <a:pt x="217482" y="581784"/>
                  </a:moveTo>
                  <a:lnTo>
                    <a:pt x="150962" y="581784"/>
                  </a:lnTo>
                  <a:lnTo>
                    <a:pt x="149659" y="588911"/>
                  </a:lnTo>
                  <a:lnTo>
                    <a:pt x="147357" y="595152"/>
                  </a:lnTo>
                  <a:lnTo>
                    <a:pt x="113903" y="613166"/>
                  </a:lnTo>
                  <a:lnTo>
                    <a:pt x="209169" y="613166"/>
                  </a:lnTo>
                  <a:lnTo>
                    <a:pt x="214475" y="599514"/>
                  </a:lnTo>
                  <a:lnTo>
                    <a:pt x="217482" y="581784"/>
                  </a:lnTo>
                  <a:close/>
                </a:path>
                <a:path w="217804" h="1346200" extrusionOk="0">
                  <a:moveTo>
                    <a:pt x="208359" y="507909"/>
                  </a:moveTo>
                  <a:lnTo>
                    <a:pt x="112035" y="507909"/>
                  </a:lnTo>
                  <a:lnTo>
                    <a:pt x="120025" y="508372"/>
                  </a:lnTo>
                  <a:lnTo>
                    <a:pt x="127066" y="509761"/>
                  </a:lnTo>
                  <a:lnTo>
                    <a:pt x="149137" y="537353"/>
                  </a:lnTo>
                  <a:lnTo>
                    <a:pt x="216269" y="537353"/>
                  </a:lnTo>
                  <a:lnTo>
                    <a:pt x="213137" y="519875"/>
                  </a:lnTo>
                  <a:lnTo>
                    <a:pt x="208359" y="507909"/>
                  </a:lnTo>
                  <a:close/>
                </a:path>
                <a:path w="217804" h="1346200" extrusionOk="0">
                  <a:moveTo>
                    <a:pt x="73994" y="695483"/>
                  </a:moveTo>
                  <a:lnTo>
                    <a:pt x="3822" y="695483"/>
                  </a:lnTo>
                  <a:lnTo>
                    <a:pt x="3822" y="817487"/>
                  </a:lnTo>
                  <a:lnTo>
                    <a:pt x="18837" y="861519"/>
                  </a:lnTo>
                  <a:lnTo>
                    <a:pt x="63201" y="886203"/>
                  </a:lnTo>
                  <a:lnTo>
                    <a:pt x="107754" y="890924"/>
                  </a:lnTo>
                  <a:lnTo>
                    <a:pt x="131413" y="889742"/>
                  </a:lnTo>
                  <a:lnTo>
                    <a:pt x="169825" y="880289"/>
                  </a:lnTo>
                  <a:lnTo>
                    <a:pt x="204366" y="849006"/>
                  </a:lnTo>
                  <a:lnTo>
                    <a:pt x="206463" y="842796"/>
                  </a:lnTo>
                  <a:lnTo>
                    <a:pt x="107754" y="842796"/>
                  </a:lnTo>
                  <a:lnTo>
                    <a:pt x="99299" y="842365"/>
                  </a:lnTo>
                  <a:lnTo>
                    <a:pt x="74039" y="823708"/>
                  </a:lnTo>
                  <a:lnTo>
                    <a:pt x="73994" y="695483"/>
                  </a:lnTo>
                  <a:close/>
                </a:path>
                <a:path w="217804" h="1346200" extrusionOk="0">
                  <a:moveTo>
                    <a:pt x="210981" y="695483"/>
                  </a:moveTo>
                  <a:lnTo>
                    <a:pt x="140813" y="695483"/>
                  </a:lnTo>
                  <a:lnTo>
                    <a:pt x="140813" y="823708"/>
                  </a:lnTo>
                  <a:lnTo>
                    <a:pt x="138282" y="831509"/>
                  </a:lnTo>
                  <a:lnTo>
                    <a:pt x="107754" y="842796"/>
                  </a:lnTo>
                  <a:lnTo>
                    <a:pt x="206463" y="842796"/>
                  </a:lnTo>
                  <a:lnTo>
                    <a:pt x="209333" y="834260"/>
                  </a:lnTo>
                  <a:lnTo>
                    <a:pt x="210981" y="817487"/>
                  </a:lnTo>
                  <a:lnTo>
                    <a:pt x="210981" y="695483"/>
                  </a:lnTo>
                  <a:close/>
                </a:path>
                <a:path w="217804" h="1346200" extrusionOk="0">
                  <a:moveTo>
                    <a:pt x="116790" y="925635"/>
                  </a:moveTo>
                  <a:lnTo>
                    <a:pt x="12301" y="925635"/>
                  </a:lnTo>
                  <a:lnTo>
                    <a:pt x="12301" y="1115787"/>
                  </a:lnTo>
                  <a:lnTo>
                    <a:pt x="81558" y="1115787"/>
                  </a:lnTo>
                  <a:lnTo>
                    <a:pt x="81558" y="1050194"/>
                  </a:lnTo>
                  <a:lnTo>
                    <a:pt x="204610" y="1050194"/>
                  </a:lnTo>
                  <a:lnTo>
                    <a:pt x="172735" y="1027497"/>
                  </a:lnTo>
                  <a:lnTo>
                    <a:pt x="181142" y="1023833"/>
                  </a:lnTo>
                  <a:lnTo>
                    <a:pt x="188374" y="1019584"/>
                  </a:lnTo>
                  <a:lnTo>
                    <a:pt x="194432" y="1014740"/>
                  </a:lnTo>
                  <a:lnTo>
                    <a:pt x="199313" y="1009291"/>
                  </a:lnTo>
                  <a:lnTo>
                    <a:pt x="200504" y="1007351"/>
                  </a:lnTo>
                  <a:lnTo>
                    <a:pt x="81558" y="1007351"/>
                  </a:lnTo>
                  <a:lnTo>
                    <a:pt x="81558" y="971650"/>
                  </a:lnTo>
                  <a:lnTo>
                    <a:pt x="207077" y="971650"/>
                  </a:lnTo>
                  <a:lnTo>
                    <a:pt x="206609" y="966799"/>
                  </a:lnTo>
                  <a:lnTo>
                    <a:pt x="174664" y="932829"/>
                  </a:lnTo>
                  <a:lnTo>
                    <a:pt x="139601" y="926436"/>
                  </a:lnTo>
                  <a:lnTo>
                    <a:pt x="116790" y="925635"/>
                  </a:lnTo>
                  <a:close/>
                </a:path>
                <a:path w="217804" h="1346200" extrusionOk="0">
                  <a:moveTo>
                    <a:pt x="204610" y="1050194"/>
                  </a:moveTo>
                  <a:lnTo>
                    <a:pt x="122310" y="1050194"/>
                  </a:lnTo>
                  <a:lnTo>
                    <a:pt x="130002" y="1052186"/>
                  </a:lnTo>
                  <a:lnTo>
                    <a:pt x="138865" y="1060203"/>
                  </a:lnTo>
                  <a:lnTo>
                    <a:pt x="141094" y="1067126"/>
                  </a:lnTo>
                  <a:lnTo>
                    <a:pt x="141094" y="1097801"/>
                  </a:lnTo>
                  <a:lnTo>
                    <a:pt x="141393" y="1100451"/>
                  </a:lnTo>
                  <a:lnTo>
                    <a:pt x="142711" y="1107240"/>
                  </a:lnTo>
                  <a:lnTo>
                    <a:pt x="143672" y="1111204"/>
                  </a:lnTo>
                  <a:lnTo>
                    <a:pt x="144985" y="1115787"/>
                  </a:lnTo>
                  <a:lnTo>
                    <a:pt x="215816" y="1115787"/>
                  </a:lnTo>
                  <a:lnTo>
                    <a:pt x="215816" y="1108692"/>
                  </a:lnTo>
                  <a:lnTo>
                    <a:pt x="211970" y="1108339"/>
                  </a:lnTo>
                  <a:lnTo>
                    <a:pt x="209847" y="1104371"/>
                  </a:lnTo>
                  <a:lnTo>
                    <a:pt x="209537" y="1096785"/>
                  </a:lnTo>
                  <a:lnTo>
                    <a:pt x="209437" y="1096171"/>
                  </a:lnTo>
                  <a:lnTo>
                    <a:pt x="208230" y="1069685"/>
                  </a:lnTo>
                  <a:lnTo>
                    <a:pt x="207444" y="1060706"/>
                  </a:lnTo>
                  <a:lnTo>
                    <a:pt x="205703" y="1052886"/>
                  </a:lnTo>
                  <a:lnTo>
                    <a:pt x="204610" y="1050194"/>
                  </a:lnTo>
                  <a:close/>
                </a:path>
                <a:path w="217804" h="1346200" extrusionOk="0">
                  <a:moveTo>
                    <a:pt x="207077" y="971650"/>
                  </a:moveTo>
                  <a:lnTo>
                    <a:pt x="123983" y="971650"/>
                  </a:lnTo>
                  <a:lnTo>
                    <a:pt x="132278" y="972971"/>
                  </a:lnTo>
                  <a:lnTo>
                    <a:pt x="140784" y="978216"/>
                  </a:lnTo>
                  <a:lnTo>
                    <a:pt x="142915" y="982886"/>
                  </a:lnTo>
                  <a:lnTo>
                    <a:pt x="142868" y="996306"/>
                  </a:lnTo>
                  <a:lnTo>
                    <a:pt x="140784" y="1000789"/>
                  </a:lnTo>
                  <a:lnTo>
                    <a:pt x="132278" y="1006030"/>
                  </a:lnTo>
                  <a:lnTo>
                    <a:pt x="124592" y="1007351"/>
                  </a:lnTo>
                  <a:lnTo>
                    <a:pt x="200504" y="1007351"/>
                  </a:lnTo>
                  <a:lnTo>
                    <a:pt x="203071" y="1003168"/>
                  </a:lnTo>
                  <a:lnTo>
                    <a:pt x="205762" y="996306"/>
                  </a:lnTo>
                  <a:lnTo>
                    <a:pt x="207380" y="988709"/>
                  </a:lnTo>
                  <a:lnTo>
                    <a:pt x="207920" y="980380"/>
                  </a:lnTo>
                  <a:lnTo>
                    <a:pt x="207077" y="971650"/>
                  </a:lnTo>
                  <a:close/>
                </a:path>
                <a:path w="217804" h="1346200" extrusionOk="0">
                  <a:moveTo>
                    <a:pt x="196980" y="1155786"/>
                  </a:moveTo>
                  <a:lnTo>
                    <a:pt x="22381" y="1155786"/>
                  </a:lnTo>
                  <a:lnTo>
                    <a:pt x="22381" y="1345938"/>
                  </a:lnTo>
                  <a:lnTo>
                    <a:pt x="201290" y="1345938"/>
                  </a:lnTo>
                  <a:lnTo>
                    <a:pt x="201290" y="1299657"/>
                  </a:lnTo>
                  <a:lnTo>
                    <a:pt x="92541" y="1299657"/>
                  </a:lnTo>
                  <a:lnTo>
                    <a:pt x="92541" y="1270295"/>
                  </a:lnTo>
                  <a:lnTo>
                    <a:pt x="180831" y="1270295"/>
                  </a:lnTo>
                  <a:lnTo>
                    <a:pt x="180831" y="1226663"/>
                  </a:lnTo>
                  <a:lnTo>
                    <a:pt x="92541" y="1226663"/>
                  </a:lnTo>
                  <a:lnTo>
                    <a:pt x="92541" y="1201268"/>
                  </a:lnTo>
                  <a:lnTo>
                    <a:pt x="196980" y="1201268"/>
                  </a:lnTo>
                  <a:lnTo>
                    <a:pt x="196980" y="115578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84" name="Google Shape;84;p1"/>
          <p:cNvSpPr txBox="1"/>
          <p:nvPr/>
        </p:nvSpPr>
        <p:spPr>
          <a:xfrm flipH="1">
            <a:off x="228600" y="3806159"/>
            <a:ext cx="6464124" cy="1785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chemeClr val="lt1"/>
              </a:buClr>
              <a:buSzPts val="2400"/>
            </a:pPr>
            <a:endParaRPr lang="en-US" sz="2400" b="1" dirty="0">
              <a:solidFill>
                <a:schemeClr val="lt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  <a:p>
            <a:pPr lvl="0" algn="ctr">
              <a:buClr>
                <a:schemeClr val="lt1"/>
              </a:buClr>
              <a:buSzPts val="2400"/>
            </a:pPr>
            <a:r>
              <a:rPr lang="en-US" sz="2400" b="1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BE Project-I Presentation</a:t>
            </a:r>
          </a:p>
          <a:p>
            <a:pPr lvl="0" algn="ctr">
              <a:buClr>
                <a:schemeClr val="lt1"/>
              </a:buClr>
              <a:buSzPts val="2400"/>
            </a:pPr>
            <a:r>
              <a:rPr lang="en-US" sz="2400" b="1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A.Y. 2026-27 (Odd) </a:t>
            </a:r>
          </a:p>
          <a:p>
            <a:pPr lvl="0" algn="ctr">
              <a:buClr>
                <a:schemeClr val="lt1"/>
              </a:buClr>
              <a:buSzPts val="2400"/>
            </a:pPr>
            <a:r>
              <a:rPr lang="en-US" sz="2400" b="1" i="1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*Title*</a:t>
            </a:r>
            <a:r>
              <a:rPr lang="en-US" sz="2400" b="1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 </a:t>
            </a:r>
          </a:p>
          <a:p>
            <a:pPr lvl="0" algn="ctr">
              <a:buClr>
                <a:schemeClr val="lt1"/>
              </a:buClr>
              <a:buSzPts val="2400"/>
            </a:pPr>
            <a:endParaRPr lang="en-US" sz="140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2CD868-72FF-37A2-CD42-BD426CEDA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91" y="205975"/>
            <a:ext cx="8956336" cy="1641875"/>
          </a:xfrm>
          <a:prstGeom prst="rect">
            <a:avLst/>
          </a:prstGeom>
        </p:spPr>
      </p:pic>
      <p:sp>
        <p:nvSpPr>
          <p:cNvPr id="4" name="Google Shape;94;p1">
            <a:extLst>
              <a:ext uri="{FF2B5EF4-FFF2-40B4-BE49-F238E27FC236}">
                <a16:creationId xmlns:a16="http://schemas.microsoft.com/office/drawing/2014/main" id="{3D202E00-27B0-416A-4CF1-313050A9F862}"/>
              </a:ext>
            </a:extLst>
          </p:cNvPr>
          <p:cNvSpPr txBox="1"/>
          <p:nvPr/>
        </p:nvSpPr>
        <p:spPr>
          <a:xfrm>
            <a:off x="72838" y="5760423"/>
            <a:ext cx="507492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IN" sz="1600" b="1" i="0" u="none" strike="noStrike" cap="none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Presented By: </a:t>
            </a:r>
            <a:endParaRPr sz="1400" b="0" i="0" u="none" strike="noStrike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lang="en-GB" sz="1600" b="1" i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GB" sz="1600" b="1" i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*</a:t>
            </a:r>
            <a:r>
              <a:rPr lang="en-GB" sz="1600" b="1" i="1" u="none" strike="noStrike" cap="none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Group Member Details*</a:t>
            </a:r>
            <a:endParaRPr sz="1400" b="0" i="1" u="none" strike="noStrike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</p:txBody>
      </p:sp>
      <p:sp>
        <p:nvSpPr>
          <p:cNvPr id="10" name="Google Shape;94;p1">
            <a:extLst>
              <a:ext uri="{FF2B5EF4-FFF2-40B4-BE49-F238E27FC236}">
                <a16:creationId xmlns:a16="http://schemas.microsoft.com/office/drawing/2014/main" id="{07F2013A-808C-F47C-BDE7-D2103FFC0444}"/>
              </a:ext>
            </a:extLst>
          </p:cNvPr>
          <p:cNvSpPr txBox="1"/>
          <p:nvPr/>
        </p:nvSpPr>
        <p:spPr>
          <a:xfrm>
            <a:off x="4038600" y="5791200"/>
            <a:ext cx="5074920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GB" sz="1600" b="1" i="0" u="none" strike="noStrike" cap="none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Name of Guide:</a:t>
            </a: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lang="en-GB" sz="16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400" b="0" i="1" u="none" strike="noStrike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ea388fb977_0_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3B3553-7298-4488-6051-43746B4EC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8150" y="148002"/>
            <a:ext cx="860577" cy="9832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C17BAC5-C658-B957-8612-1F93FF5A77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402" y="257175"/>
            <a:ext cx="855971" cy="685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882306-2DA2-FCE4-3531-FE361C934F9C}"/>
              </a:ext>
            </a:extLst>
          </p:cNvPr>
          <p:cNvSpPr txBox="1"/>
          <p:nvPr/>
        </p:nvSpPr>
        <p:spPr>
          <a:xfrm>
            <a:off x="949569" y="1521069"/>
            <a:ext cx="677886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Planning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Literature survey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Architecture and algorithms / Flow chart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Methodology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Parameters for performance evaluation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Software and hardware setup</a:t>
            </a:r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63088B9C-E833-3071-1CA1-2B772A360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9261"/>
            <a:ext cx="8229600" cy="553998"/>
          </a:xfrm>
        </p:spPr>
        <p:txBody>
          <a:bodyPr/>
          <a:lstStyle/>
          <a:p>
            <a:pPr algn="ctr"/>
            <a:r>
              <a:rPr lang="en-GB" sz="3600" b="1" dirty="0">
                <a:latin typeface="Cambria" panose="02040503050406030204" pitchFamily="18" charset="0"/>
                <a:ea typeface="Cambria" panose="02040503050406030204" pitchFamily="18" charset="0"/>
              </a:rPr>
              <a:t>Outline</a:t>
            </a:r>
            <a:endParaRPr lang="en-IN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57</Words>
  <Application>Microsoft Office PowerPoint</Application>
  <PresentationFormat>On-screen Show (4:3)</PresentationFormat>
  <Paragraphs>20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Cambria</vt:lpstr>
      <vt:lpstr>Office Theme</vt:lpstr>
      <vt:lpstr>PowerPoint Presentation</vt:lpstr>
      <vt:lpstr>Outline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Harprit Wadekar</dc:creator>
  <cp:lastModifiedBy>Vidyadhari S</cp:lastModifiedBy>
  <cp:revision>3</cp:revision>
  <dcterms:created xsi:type="dcterms:W3CDTF">2022-08-20T11:24:34Z</dcterms:created>
  <dcterms:modified xsi:type="dcterms:W3CDTF">2026-07-17T15:38:10Z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2022-08-20T00:00:00Z</vt:filetime>
  </property>
  <property fmtid="{D5CDD505-2E9C-101B-9397-08002B2CF9AE}" pid="3" name="Creator">
    <vt:lpwstr>CorelDRAW X8</vt:lpwstr>
  </property>
  <property fmtid="{D5CDD505-2E9C-101B-9397-08002B2CF9AE}" pid="4" name="LastSaved">
    <vt:filetime>2022-08-20T00:00:00Z</vt:filetime>
  </property>
</Properties>
</file>